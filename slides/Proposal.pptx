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 "/>
          <p:cNvSpPr/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pappardelle pasta with parsley butter, roasted hazelnuts, and shaved parmesan cheese"/>
          <p:cNvSpPr/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of salad with fried rice, boiled eggs, and chopsticks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with salmon cakes, salad, and hummus"/>
          <p:cNvSpPr/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roposal Presentation.001.jpeg" descr="Proposal Presentation.00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roposal Presentation.002.jpeg" descr="Proposal Presentation.002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roposal Presentation.003.jpeg" descr="Proposal Presentation.003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roposal Presentation.004.jpeg" descr="Proposal Presentation.004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roposal Presentation.005.jpeg" descr="Proposal Presentation.005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roposal Presentation.006.jpeg" descr="Proposal Presentation.006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roposal Presentation.007.jpeg" descr="Proposal Presentation.007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roposal Presentation.008.jpeg" descr="Proposal Presentation.008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roposal Presentation.009.jpeg" descr="Proposal Presentation.00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